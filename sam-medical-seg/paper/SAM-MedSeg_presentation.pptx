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7BB6"/>
                </a:solidFill>
              </a:defRPr>
            </a:pPr>
            <a:r>
              <a:t>SAM-MedSeg: Improving SAM for</a:t>
            </a:r>
            <a:br/>
            <a:r>
              <a:t>Few-Shot Medical Image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Deep Learning &amp; Computer Vision — Course Project</a:t>
            </a:r>
            <a:br/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7BB6"/>
                </a:solidFill>
              </a:defRPr>
            </a:pPr>
            <a:r>
              <a:t>Motivation: The Annotation Bottleneck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810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• Medical image segmentation requires pixel-level annotations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• Annotation needs radiologist expertise → expensive &amp; time-consuming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• Few-shot segmentation: achieve good performance with very limited labels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• SAM shows impressive zero-shot on natural images — can we leverage it?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⚠ SAM zero-shot on Kvasir-SEG polyps: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Dice = 0.271, Precision = 0.175, Recall = 0.921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→ High recall but extreme false positives — clinically unusable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7BB6"/>
                </a:solidFill>
              </a:defRPr>
            </a:pPr>
            <a:r>
              <a:t>SAM-MedSeg: Three Key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810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① LoRA Adaptation (227K params, 0.25% of backbone)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Low-rank decomposition applied to SAM's QKV/proj matrices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Rank r=4 — injects domain knowledge with minimal overhead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② Automatic Prompt Optimization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32×32 grid sampling → per-point SAM inference → IoU filtering → NMS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Fully automatic, no manual prompts needed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③ Medical Skip-Connection Decoder (30.4M params)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U-Net style decoder with skip connections from SAM encoder layers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Recovers fine boundary details lost in SAM's single-scale decoder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④ Learnable Fusion: M_final = σ(α)·M_sam + (1−σ(α))·M_med  (α=0.623)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7BB6"/>
                </a:solidFill>
              </a:defRPr>
            </a:pPr>
            <a:r>
              <a:t>Overall Architecture</a:t>
            </a:r>
          </a:p>
        </p:txBody>
      </p:sp>
      <p:pic>
        <p:nvPicPr>
          <p:cNvPr id="3" name="Picture 2" descr="figure_arch_1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7772400" cy="5134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7BB6"/>
                </a:solidFill>
              </a:defRPr>
            </a:pPr>
            <a:r>
              <a:t>Experimental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810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📊 Dataset: Kvasir-SEG (1,000 polyp images, 1024×1024)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Train/Val/Test = 800/100/100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🔬 Data Efficiency Settings: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1% (8 imgs) | 5% (40 imgs) | 10% (80 imgs) | 100% (800 imgs)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3 seeds each (42, 43, 44) → 12 + 12 + 1 + 2 = 27 experiments total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📏 Metrics: Dice, IoU, Precision, Recall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🖥 Hardware: Single NVIDIA RTX 4060 Laptop (8GB VRAM)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AMP fp16 + Gradient Checkpointing → Peak 6.16 GB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🔬 Baselines: SAM Zero-Shot | U-Net from scratch | LoRA Only | MedDecoder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7BB6"/>
                </a:solidFill>
              </a:defRPr>
            </a:pPr>
            <a:r>
              <a:t>Data Efficiency: SAM-MedSeg vs U-Net</a:t>
            </a:r>
          </a:p>
        </p:txBody>
      </p:sp>
      <p:pic>
        <p:nvPicPr>
          <p:cNvPr id="3" name="Picture 2" descr="figure_1_data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7772400" cy="45333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7BB6"/>
                </a:solidFill>
              </a:defRPr>
            </a:pPr>
            <a:r>
              <a:t>Key Finding: The Crossover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810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🎯 Performance crossover between 5% and 10% data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Data % | U-Net | SAM-MedSeg | Winner      | Gap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───────┼───────┼────────────┼─────────────┼──────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1%   | 0.385 |   0.425    | SAM-MedSeg ✅ | +4.0 pp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5%   | 0.443 |   0.467    | SAM-MedSeg ✅ | +2.4 pp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10%   | 0.509 |   0.484    | U-Net 🔄     | +2.5 pp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100%  | 0.719 |   0.640    | U-Net        | +7.9 pp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💡 Practical takeaway: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≤50 annotated images → Use SAM-MedSeg with LoRA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&gt;50 annotated images → U-Net from scratch is better &amp; simpler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7BB6"/>
                </a:solidFill>
              </a:defRPr>
            </a:pPr>
            <a:r>
              <a:t>Ablation Study: Component Contributions</a:t>
            </a:r>
          </a:p>
        </p:txBody>
      </p:sp>
      <p:pic>
        <p:nvPicPr>
          <p:cNvPr id="3" name="Picture 2" descr="figure_2_ablation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7772400" cy="61365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7BB6"/>
                </a:solidFill>
              </a:defRPr>
            </a:pPr>
            <a:r>
              <a:t>Ablation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810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🔬 At 5% data (40 images, seed 42):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Configuration      | Dice  | Precision | Recall | Params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───────────────────┼───────┼───────────┼────────┼───────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Full Model          | 0.448 |   0.421   | 0.697  | 4.84M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LoRA Only           | 0.452 |   0.441   | 0.658  | 227K  👑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MedDecoder Only     | 0.426 |   0.366   | 0.772  | 30.4M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💡 LoRA is the core driver of few-shot generalization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227K params alone achieve best Dice (0.452)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MedDecoder provides complementary high recall (0.772)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Full model balances both strengths via learnable fusion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7BB6"/>
                </a:solidFill>
              </a:defRPr>
            </a:pPr>
            <a:r>
              <a:t>Visual Comparison: Segmentation Examples</a:t>
            </a:r>
          </a:p>
        </p:txBody>
      </p:sp>
      <p:pic>
        <p:nvPicPr>
          <p:cNvPr id="3" name="Picture 2" descr="figure_3_segment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7772400" cy="59783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7BB6"/>
                </a:solidFill>
              </a:defRPr>
            </a:pPr>
            <a:r>
              <a:t>Training Curves: Best Models</a:t>
            </a:r>
          </a:p>
        </p:txBody>
      </p:sp>
      <p:pic>
        <p:nvPicPr>
          <p:cNvPr id="3" name="Picture 2" descr="figure_4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7772400" cy="49738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7BB6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810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⚠ Known Limitations: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Over-segmentation of tiny polyps (&lt;3% foreground, Dice 0.237)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Only validated on single 2D dataset (Kvasir-SEG)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Grid-sampling prompt strategy is computationally expensive (1024 forward passes)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Fixed LoRA rank (r=4) — not optimized per data scale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🔮 Future Directions: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Extend to 3D medical volumes (CT/MRI) with 3D SAM + 3D LoRA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Lightweight prompt proposal network to replace exhaustive grid search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Active learning for optimal sample selection within annotation budget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Multi-center, multi-modal validation for robustness assessment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   • Incorporate clinical metadata via text encoders for context-aware segmentation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7BB6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8100"/>
          </a:xfrm>
          <a:prstGeom prst="rect">
            <a:avLst/>
          </a:prstGeom>
          <a:solidFill>
            <a:srgbClr val="2C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✅ SAM-MedSeg: parameter-efficient framework for few-shot medical segmentation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✅ LoRA (227K params) is the dominant driver — not expensive decoders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✅ SAM-MedSeg is OPTIMAL when labeled data ≤5% (≤50 images)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✅ Crossover at 5-10% — above this, traditional U-Net is better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✅ Provides practical model selection guidance based on annotation budget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✅ All code, experiments, and figures are reproducible &amp; publicly available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📄 Paper: ~4,400 words | 📊 8 figures | 📚 17 references | 🔬 27 experiments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7BB6"/>
                </a:solidFill>
              </a:defRPr>
            </a:pPr>
            <a:r>
              <a:t>Thank You!</a:t>
            </a:r>
            <a:br/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Code &amp; Paper: [GitHub Repository]</a:t>
            </a:r>
            <a:br/>
            <a:r>
              <a:t>Contact: [Team Members]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